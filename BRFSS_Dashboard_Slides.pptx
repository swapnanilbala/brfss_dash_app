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BRFSS DASHBOARD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Full Workflow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- 2.7M rows</a:t>
            </a:r>
          </a:p>
          <a:p>
            <a:pPr lvl="1"/>
            <a:r>
              <a:t>- 27 columns</a:t>
            </a:r>
          </a:p>
          <a:p>
            <a:pPr lvl="1"/>
            <a:r>
              <a:t>- Chronic Health Indicators</a:t>
            </a:r>
          </a:p>
          <a:p>
            <a:pPr lvl="1"/>
            <a:r>
              <a:t>- Breakouts by demographics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Conversion to Parquet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Faster I/O</a:t>
            </a:r>
          </a:p>
          <a:p>
            <a:pPr lvl="1"/>
            <a:r>
              <a:t>- Smaller size</a:t>
            </a:r>
          </a:p>
          <a:p>
            <a:pPr lvl="1"/>
            <a:r>
              <a:t>- More efficient for Dash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Merge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ResponseID merging</a:t>
            </a:r>
          </a:p>
          <a:p>
            <a:pPr lvl="1"/>
            <a:r>
              <a:t>- BreakoutID merging</a:t>
            </a:r>
          </a:p>
          <a:p>
            <a:pPr lvl="1"/>
            <a:r>
              <a:t>- Text standardization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Aggregation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persons, true_ss, percent</a:t>
            </a:r>
          </a:p>
          <a:p>
            <a:pPr lvl="1"/>
            <a:r>
              <a:t>- Standard deviation</a:t>
            </a:r>
          </a:p>
          <a:p>
            <a:pPr lvl="1"/>
            <a:r>
              <a:t>- Confidence intervals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Dash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Dropdown selectors</a:t>
            </a:r>
          </a:p>
          <a:p>
            <a:pPr lvl="1"/>
            <a:r>
              <a:t>- 8 analytical tabs</a:t>
            </a:r>
          </a:p>
          <a:p>
            <a:pPr lvl="1"/>
            <a:r>
              <a:t>- CI error bars</a:t>
            </a:r>
          </a:p>
          <a:p>
            <a:pPr lvl="1"/>
            <a:r>
              <a:t>- Tooltip hover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Final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- Fully interactive dashboard</a:t>
            </a:r>
          </a:p>
          <a:p>
            <a:pPr lvl="1"/>
            <a:r>
              <a:t>- Clean code architecture</a:t>
            </a:r>
          </a:p>
          <a:p>
            <a:pPr lvl="1"/>
            <a:r>
              <a:t>- Ready-to-present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